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coletor de notícias recentes do futebol brasileiro.,Destacar que esta é a primeira etapa do sistema de RI: montar a coleção.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proposta é um buscador especializado, mas a primeira entrega é somente o coletor.,Dar exemplos de consultas que farão sentido nas próximas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Informar que a coleta final ficou acima de 50 mil páginas.,Se o professor pedir, rodar stats.py no terminal para mostrar o número real no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fluxo da esquerda para a direita.,Destacar que o coletor não salva tudo: ele filtra por data, tema e duplicidade.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sistema tem escopo controlado.,Explicar que descartar páginas ruins aumenta a qualidade da coleção para 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uma visão geral rápida dos arquivos principais.,Não entrar em código linha por linha; mostrar responsabilidade de cada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as decisões aos critérios de avaliação do professor.,Destacar principalmente incrementalidade, deduplicação e políticas de acesso.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hora da apresentação, rodar a coleta por poucos segundos se quiser demonstrar.,Depois mostrar stats.py com o banco final de 60 mil documentos.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amarrar a apresentação com a rubrica do professor.,Enfatizar que a escala foi atingida com 60 mil páginas coletadas.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destacando que a coleta é a base para a indexação e busca.,Deixar espaço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5E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562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 Futebol Brasileiro • Etapa 1 — Coletor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0876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 Futebol Brasileiro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7F3B"/>
                </a:solidFill>
              </a:rPr>
              <a:t>Etapa 1 — Coletor de notícias recentes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81635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Sistema de Recuperação da Informação com coleta, filtragem e armazenamento de páginas sobre futebol brasileiro.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18120" y="1481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7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60k+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818120" y="248716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F"/>
                </a:solidFill>
              </a:rPr>
              <a:t>páginas coletadas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A6B5F"/>
                </a:solidFill>
              </a:rPr>
              <a:t>para a primeira entrega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Python • SQLite • Sitemaps • Crawler focado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Proposta do sistema de RI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O coletor prepara a coleção que será usada nas próximas etapas.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2331720" cy="594360"/>
          </a:xfrm>
          <a:prstGeom prst="rect">
            <a:avLst/>
          </a:prstGeom>
          <a:solidFill>
            <a:srgbClr val="E8F3EA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Problema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2331720" cy="1143000"/>
          </a:xfrm>
          <a:prstGeom prst="rect">
            <a:avLst/>
          </a:prstGeom>
          <a:solidFill>
            <a:srgbClr val="EEF6F0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2"/>
                </a:solidFill>
              </a:rPr>
              <a:t>Notícias esportivas ficam espalhadas em muitos portais, com formatos diferentes e muito ruído.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1600200"/>
            <a:ext cx="2331720" cy="594360"/>
          </a:xfrm>
          <a:prstGeom prst="rect">
            <a:avLst/>
          </a:prstGeom>
          <a:solidFill>
            <a:srgbClr val="E8F3EA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Solução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03320" y="2331720"/>
            <a:ext cx="2331720" cy="1143000"/>
          </a:xfrm>
          <a:prstGeom prst="rect">
            <a:avLst/>
          </a:prstGeom>
          <a:solidFill>
            <a:srgbClr val="EEF6F0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2"/>
                </a:solidFill>
              </a:rPr>
              <a:t>Criar um crawler que descobre, baixa, filtra e salva notícias de futebol brasileiro.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1600200"/>
            <a:ext cx="2331720" cy="594360"/>
          </a:xfrm>
          <a:prstGeom prst="rect">
            <a:avLst/>
          </a:prstGeom>
          <a:solidFill>
            <a:srgbClr val="E8F3EA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Uso futuro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2331720" cy="1143000"/>
          </a:xfrm>
          <a:prstGeom prst="rect">
            <a:avLst/>
          </a:prstGeom>
          <a:solidFill>
            <a:srgbClr val="EEF6F0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2"/>
                </a:solidFill>
              </a:rPr>
              <a:t>A coleção será indexada para permitir busca por clubes, jogadores, competições e temas.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55480" y="1600200"/>
            <a:ext cx="1874520" cy="594360"/>
          </a:xfrm>
          <a:prstGeom prst="rect">
            <a:avLst/>
          </a:prstGeom>
          <a:solidFill>
            <a:srgbClr val="FFF3C4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Etapa atual: Coleta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55480" y="2331720"/>
            <a:ext cx="1874520" cy="1143000"/>
          </a:xfrm>
          <a:prstGeom prst="rect">
            <a:avLst/>
          </a:prstGeom>
          <a:solidFill>
            <a:srgbClr val="FFF9DF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2"/>
                </a:solidFill>
              </a:rPr>
              <a:t>Ainda não é a busca final. O foco é construir uma base grande, limpa e persistente.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51F"/>
                </a:solidFill>
              </a:rPr>
              <a:t>Exemplos de consultas futuras: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56692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Flamengo no Brasileirão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mercado da bola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Cruzeiro x Atlético-MG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Seleção Brasileira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4279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51F"/>
                </a:solidFill>
              </a:rPr>
              <a:t>Entrega 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12280" y="4663440"/>
            <a:ext cx="3657600" cy="941832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Coletor funcionando + coleção coletada + explicação das decisões de projeto.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Resultado da coleta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O projeto foi executado com alvo acima do mínimo exigido.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10896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7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60.000+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256739"/>
            <a:ext cx="310896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páginas/documentos válidos coletados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77640" y="1463040"/>
            <a:ext cx="347472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50.000+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977640" y="2256739"/>
            <a:ext cx="34747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mínimo esperado para nota máxima em escala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26680" y="1463040"/>
            <a:ext cx="324612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7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26680" y="2256739"/>
            <a:ext cx="32461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banco persistente para continuar a coleta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Como demonstrar esse resultado: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4114800" cy="512064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python scripts/stats.py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0" y="3886200"/>
            <a:ext cx="52120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mostra documentos válidos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mostra URLs pendentes e falhas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mostra distribuição por domínio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mostra notícia mais antiga e mais recente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B5F"/>
                </a:solidFill>
              </a:rPr>
              <a:t>Observação: o alvo de 60k não cria páginas artificialmente; ele é só o critério de parada. O crawler precisa encontrar, baixar, validar e armazenar cada documento.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Como a coleta funciona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Fluxo simples: descobrir URLs, baixar páginas, filtrar notícias e salvar documentos.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148840" y="2057400"/>
            <a:ext cx="731520" cy="0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51960" y="2057400"/>
            <a:ext cx="731520" cy="0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55080" y="2057400"/>
            <a:ext cx="731520" cy="0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458200" y="2057400"/>
            <a:ext cx="731520" cy="0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94960" y="2852928"/>
            <a:ext cx="0" cy="649224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4270248"/>
            <a:ext cx="0" cy="649224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1463040" cy="91440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Fontes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configuradas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1600200"/>
            <a:ext cx="1463040" cy="91440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Sitemaps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e links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1463040" cy="91440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Fronteira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SQLite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1600200"/>
            <a:ext cx="1463040" cy="91440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Download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HTML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98280" y="1600200"/>
            <a:ext cx="1463040" cy="91440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Extração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de texto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502152"/>
            <a:ext cx="1828800" cy="749808"/>
          </a:xfrm>
          <a:prstGeom prst="rect">
            <a:avLst/>
          </a:prstGeom>
          <a:solidFill>
            <a:srgbClr val="FFF9DF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Filtro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recência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4919472"/>
            <a:ext cx="1828800" cy="749808"/>
          </a:xfrm>
          <a:prstGeom prst="rect">
            <a:avLst/>
          </a:prstGeom>
          <a:solidFill>
            <a:srgbClr val="FFF9DF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Filtro de futebol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brasileiro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4617720"/>
            <a:ext cx="2331720" cy="969264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Deduplicação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+ banco final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5285232"/>
            <a:ext cx="914400" cy="0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B5F"/>
                </a:solidFill>
              </a:rPr>
              <a:t>O SQLite aparece duas vezes porque ele guarda a fila de URLs e também os documentos aceitos. Isso permite pausar e continuar a coleta.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Fontes, escopo e limites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A coleta fica restrita aos domínios configurados no projeto.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Fontes usadas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920240" cy="438912"/>
          </a:xfrm>
          <a:prstGeom prst="rect">
            <a:avLst/>
          </a:prstGeom>
          <a:solidFill>
            <a:srgbClr val="EAF6ED"/>
          </a:solidFill>
          <a:ln w="12700">
            <a:solidFill>
              <a:srgbClr val="C9DDC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UOL Esporte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154680" y="1920240"/>
            <a:ext cx="1920240" cy="438912"/>
          </a:xfrm>
          <a:prstGeom prst="rect">
            <a:avLst/>
          </a:prstGeom>
          <a:solidFill>
            <a:srgbClr val="EAF6ED"/>
          </a:solidFill>
          <a:ln w="12700">
            <a:solidFill>
              <a:srgbClr val="C9DDC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Terra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0" y="1920240"/>
            <a:ext cx="1920240" cy="438912"/>
          </a:xfrm>
          <a:prstGeom prst="rect">
            <a:avLst/>
          </a:prstGeom>
          <a:solidFill>
            <a:srgbClr val="EAF6ED"/>
          </a:solidFill>
          <a:ln w="12700">
            <a:solidFill>
              <a:srgbClr val="C9DDC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CNN Brasil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1920240" cy="438912"/>
          </a:xfrm>
          <a:prstGeom prst="rect">
            <a:avLst/>
          </a:prstGeom>
          <a:solidFill>
            <a:srgbClr val="EAF6ED"/>
          </a:solidFill>
          <a:ln w="12700">
            <a:solidFill>
              <a:srgbClr val="C9DDC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ESPN Brasil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154680" y="2633472"/>
            <a:ext cx="1920240" cy="438912"/>
          </a:xfrm>
          <a:prstGeom prst="rect">
            <a:avLst/>
          </a:prstGeom>
          <a:solidFill>
            <a:srgbClr val="EAF6ED"/>
          </a:solidFill>
          <a:ln w="12700">
            <a:solidFill>
              <a:srgbClr val="C9DDC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ge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86400" y="2633472"/>
            <a:ext cx="1920240" cy="438912"/>
          </a:xfrm>
          <a:prstGeom prst="rect">
            <a:avLst/>
          </a:prstGeom>
          <a:solidFill>
            <a:srgbClr val="EAF6ED"/>
          </a:solidFill>
          <a:ln w="12700">
            <a:solidFill>
              <a:srgbClr val="C9DDC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Lance!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80960" y="1481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O que entra na coleção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26680" y="1874520"/>
            <a:ext cx="33832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notícia recente
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tema ligado ao futebol brasileiro
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texto principal suficiente
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URL permitida pelo domínio
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sem duplicidade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O que é descartado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55778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páginas sem data identificável
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outros esportes: NBA, vôlei, tênis, F1 etc.
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login, newsletter, vídeos, imagens e PDFs
</a:t>
            </a:r>
            <a:pPr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• textos muito pequenos ou incompletos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Controle de escopo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4526280"/>
            <a:ext cx="3474720" cy="960120"/>
          </a:xfrm>
          <a:prstGeom prst="rect">
            <a:avLst/>
          </a:prstGeom>
          <a:solidFill>
            <a:srgbClr val="FFF9DF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O crawler não navega pela internet inteira.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Ele segue apenas domínios e sementes definidos no config.yaml.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Visão geral do código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Cada arquivo tem uma responsabilidade clara dentro do coletor.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main.py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304288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Entrada da aplicação e argumentos do terminal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config.py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04288" y="2231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Carrega as opções do config.yaml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crawler.py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04288" y="28895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Coordena descoberta, fila, filtros e parada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sitemaps.py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04288" y="3547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Descobre URLs em grande escala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fetcher.py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04288" y="4206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Baixa HTML com timeout e retentativas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63640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robots.py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44968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Consulta robots.txt e controla delay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6364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extractor.py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44968" y="2231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Extrai título, data, autor e texto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classifier.py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44968" y="28895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Filtra futebol brasileiro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63640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storage.py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44968" y="3547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Salva fila, documentos e erros no SQLite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F3B"/>
                </a:solidFill>
              </a:rPr>
              <a:t>stats.py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44968" y="4206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22"/>
                </a:solidFill>
              </a:rPr>
              <a:t>Mostra os números da coleta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51F"/>
                </a:solidFill>
              </a:rPr>
              <a:t>Fluxo no código: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971800" y="5056632"/>
            <a:ext cx="7315200" cy="50292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22"/>
                </a:solidFill>
              </a:rPr>
              <a:t>main.py → FocusedCrawler → Fetcher → Extractor → Classifier → Storage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Decisões técnicas do coletor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Decisões pensadas para escala, qualidade e retomada da coleta.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3B"/>
                </a:solidFill>
              </a:rPr>
              <a:t>Crawler focado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756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22"/>
                </a:solidFill>
              </a:rPr>
              <a:t>não salva qualquer página esportiva; filtra futebol brasileiro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55080" y="1481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3B"/>
                </a:solidFill>
              </a:rPr>
              <a:t>Sitemaps + links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22"/>
                </a:solidFill>
              </a:rPr>
              <a:t>usa sitemaps para escala e links para descoberta complementar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3B"/>
                </a:solidFill>
              </a:rPr>
              <a:t>SQLite incremental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715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22"/>
                </a:solidFill>
              </a:rPr>
              <a:t>permite continuar depois de parar o programa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55080" y="2715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3B"/>
                </a:solidFill>
              </a:rPr>
              <a:t>Deduplicação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0" y="2715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22"/>
                </a:solidFill>
              </a:rPr>
              <a:t>usa URL, URL canônica e hash do conteúdo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3B"/>
                </a:solidFill>
              </a:rPr>
              <a:t>Recência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3950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22"/>
                </a:solidFill>
              </a:rPr>
              <a:t>trabalha com janela de dias configurável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3B"/>
                </a:solidFill>
              </a:rPr>
              <a:t>Respeito aos sites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0" y="3950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22"/>
                </a:solidFill>
              </a:rPr>
              <a:t>robots.txt, delay por domínio, timeout e retentativas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5486400"/>
            <a:ext cx="9966960" cy="475488"/>
          </a:xfrm>
          <a:prstGeom prst="rect">
            <a:avLst/>
          </a:prstGeom>
          <a:solidFill>
            <a:srgbClr val="FFF9DF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Essas escolhas ajudam a explicar os 40% da nota ligados à descrição do coletor: tipo, propriedades, tolerâncias, critério de parada e políticas adotadas.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Como executar e mostrar rodando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Na apresentação, basta mostrar os comandos e as estatísticas finais.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7F3B"/>
                </a:solidFill>
              </a:rPr>
              <a:t>1) ativar ambiente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57200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source .venv/bin/activate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7F3B"/>
                </a:solidFill>
              </a:rPr>
              <a:t>2) executar coleta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544068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python main.py --target 60000 --days 365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B7F3B"/>
                </a:solidFill>
              </a:rPr>
              <a:t>3) conferir resultado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4005072"/>
            <a:ext cx="457200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python scripts/stats.py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1228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O que comentar enquanto roda: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1874520"/>
            <a:ext cx="42062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E2A22"/>
                </a:solidFill>
              </a:rPr>
              <a:t>• o coletor descobre URLs via sitemaps
</a:t>
            </a:r>
            <a:pPr indent="0" marL="0">
              <a:buNone/>
            </a:pPr>
            <a:r>
              <a:rPr lang="en-US" sz="1650" dirty="0">
                <a:solidFill>
                  <a:srgbClr val="1E2A22"/>
                </a:solidFill>
              </a:rPr>
              <a:t>• as URLs entram na fronteira persistente
</a:t>
            </a:r>
            <a:pPr indent="0" marL="0">
              <a:buNone/>
            </a:pPr>
            <a:r>
              <a:rPr lang="en-US" sz="1650" dirty="0">
                <a:solidFill>
                  <a:srgbClr val="1E2A22"/>
                </a:solidFill>
              </a:rPr>
              <a:t>• cada página passa por extração e filtros
</a:t>
            </a:r>
            <a:pPr indent="0" marL="0">
              <a:buNone/>
            </a:pPr>
            <a:r>
              <a:rPr lang="en-US" sz="1650" dirty="0">
                <a:solidFill>
                  <a:srgbClr val="1E2A22"/>
                </a:solidFill>
              </a:rPr>
              <a:t>• o banco guarda o progresso
</a:t>
            </a:r>
            <a:pPr indent="0" marL="0">
              <a:buNone/>
            </a:pPr>
            <a:r>
              <a:rPr lang="en-US" sz="1650" dirty="0">
                <a:solidFill>
                  <a:srgbClr val="1E2A22"/>
                </a:solidFill>
              </a:rPr>
              <a:t>• stats.py comprova a escala da coleção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720840" y="4617720"/>
            <a:ext cx="3931920" cy="96012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Não precisa esperar coletar tudo durante a apresentação.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E2A22"/>
                </a:solidFill>
              </a:rPr>
              <a:t>Mostrem o programa iniciando e depois exibam o stats.py com a coleção pronta.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Relação com os critérios do professor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A entrega cobre proposta, descrição do coletor e escala.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20040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7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470709"/>
            <a:ext cx="320040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Proposta do sistema de RI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Buscador de notícias de futebol brasileiro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600200"/>
            <a:ext cx="320040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389120" y="2470709"/>
            <a:ext cx="320040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Descrição do coletor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Crawler focado, incremental e multissite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1600200"/>
            <a:ext cx="3200400" cy="87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7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046720" y="2470709"/>
            <a:ext cx="320040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Escala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5F"/>
                </a:solidFill>
              </a:rPr>
              <a:t>Coleta acima de 50 mil páginas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Resumo para falar: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773168"/>
            <a:ext cx="10241280" cy="82296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Construímos um coletor de notícias recentes sobre futebol brasileiro. Ele usa fontes reais, respeita políticas de acesso, filtra conteúdo temático, remove duplicatas e armazena a coleção em SQLite para ser usada nas etapas de indexação e recuperação.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Próximas etapas do sistema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32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F"/>
                </a:solidFill>
              </a:rPr>
              <a:t>A coleção coletada será reutilizada nas próximas entregas.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88920" y="2103120"/>
            <a:ext cx="868680" cy="0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715000" y="2103120"/>
            <a:ext cx="868680" cy="0"/>
          </a:xfrm>
          <a:prstGeom prst="line">
            <a:avLst/>
          </a:prstGeom>
          <a:noFill/>
          <a:ln w="17780">
            <a:solidFill>
              <a:srgbClr val="1B7F3B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874520" cy="822960"/>
          </a:xfrm>
          <a:prstGeom prst="rect">
            <a:avLst/>
          </a:prstGeom>
          <a:solidFill>
            <a:srgbClr val="EAF6ED"/>
          </a:solidFill>
          <a:ln w="12700">
            <a:solidFill>
              <a:srgbClr val="BFD5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Etapa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Coleta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691640"/>
            <a:ext cx="2057400" cy="822960"/>
          </a:xfrm>
          <a:prstGeom prst="rect">
            <a:avLst/>
          </a:prstGeom>
          <a:solidFill>
            <a:srgbClr val="FFF9DF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Etapa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Representação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2057400" cy="822960"/>
          </a:xfrm>
          <a:prstGeom prst="rect">
            <a:avLst/>
          </a:prstGeom>
          <a:solidFill>
            <a:srgbClr val="FFF9DF"/>
          </a:solidFill>
          <a:ln w="12700">
            <a:solidFill>
              <a:srgbClr val="E9C9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Etapa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</a:rPr>
              <a:t>Recuperação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O que já ficou pronto: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685032"/>
            <a:ext cx="4297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coletor em Python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coleção com 60k+ páginas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persistência em SQLite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exportação para JSONL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base pronta para indexar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246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51F"/>
                </a:solidFill>
              </a:rPr>
              <a:t>Na próxima fase: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3685032"/>
            <a:ext cx="3931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limpeza textual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tokenização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índice invertido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TF-IDF/BM25
</a:t>
            </a:r>
            <a:pPr indent="0" marL="0">
              <a:buNone/>
            </a:pPr>
            <a:r>
              <a:rPr lang="en-US" sz="1700" dirty="0">
                <a:solidFill>
                  <a:srgbClr val="1E2A22"/>
                </a:solidFill>
              </a:rPr>
              <a:t>• ranking dos resultados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0" y="5925312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7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Obrigado!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A6B5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 Futebol Brasileiro - Coletor</dc:title>
  <dc:subject>Etapa 1 - Coletor</dc:subject>
  <dc:creator>Grupo RI Futebol Brasileiro</dc:creator>
  <cp:lastModifiedBy>Grupo RI Futebol Brasileiro</cp:lastModifiedBy>
  <cp:revision>1</cp:revision>
  <dcterms:created xsi:type="dcterms:W3CDTF">2026-09-27T20:57:31Z</dcterms:created>
  <dcterms:modified xsi:type="dcterms:W3CDTF">2026-09-27T20:57:31Z</dcterms:modified>
</cp:coreProperties>
</file>